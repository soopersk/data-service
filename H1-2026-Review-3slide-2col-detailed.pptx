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  —  Delivery Highlights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decisive shift from manual operations to an automated, intelligence-driven platform.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772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~60–70%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2139696"/>
            <a:ext cx="25900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reporting effort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21558" y="1554480"/>
            <a:ext cx="2772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3412998" y="2139696"/>
            <a:ext cx="25900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runtime visibility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calculator operations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21558" y="1609344"/>
            <a:ext cx="0" cy="987552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4476" y="1554480"/>
            <a:ext cx="2772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185916" y="2139696"/>
            <a:ext cx="25900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VM15 critical vulnerabilities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— full compliance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94476" y="1609344"/>
            <a:ext cx="0" cy="987552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7394" y="1554480"/>
            <a:ext cx="27729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8958834" y="2139696"/>
            <a:ext cx="25900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 teams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 to the platform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67394" y="1609344"/>
            <a:ext cx="0" cy="987552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16352"/>
            <a:ext cx="11091672" cy="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72384"/>
            <a:ext cx="357530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3383280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397" y="3575853"/>
            <a:ext cx="328087" cy="32808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77824" y="4242816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Flagship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77824" y="4700016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centralized intelligence layer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calculator runtime and SLA data — delivering real-time SLA tracking, automated dashboards, and an audit-ready data foundation for business users.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06824" y="3072384"/>
            <a:ext cx="357530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36008" y="3383280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581" y="3575853"/>
            <a:ext cx="328087" cy="32808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636008" y="4242816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Platform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636008" y="4700016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multi-tenant support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ACD platform with logical team isolation, autonomous release cycles, and role-based access for secure, scalable onboarding.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8065008" y="3072384"/>
            <a:ext cx="357530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94192" y="3383280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765" y="3575853"/>
            <a:ext cx="328087" cy="328087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94192" y="4242816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Scale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8394192" y="4700016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VM15 critical vulnerabilities closed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achieving full regulatory compliance and a materially stronger platform risk posture.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Acceleration &amp; Productivity Gains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forces behind H1's step-change in delivery performance.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40680" cy="480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72768"/>
            <a:ext cx="73152" cy="480974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Shape 4"/>
          <p:cNvSpPr/>
          <p:nvPr/>
        </p:nvSpPr>
        <p:spPr>
          <a:xfrm>
            <a:off x="6199632" y="1572768"/>
            <a:ext cx="5440680" cy="480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9632" y="1572768"/>
            <a:ext cx="73152" cy="480974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3666744"/>
            <a:ext cx="301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59536" y="1883664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358" y="2056486"/>
            <a:ext cx="294437" cy="2944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19385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ENABLER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645920" y="21396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59536" y="2761488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877824" y="34015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in sprint velocity with AI copilot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77824" y="3712464"/>
            <a:ext cx="4782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 one extra day of delivery capacity per developer, every week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7824" y="4261104"/>
            <a:ext cx="4782312" cy="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4480560"/>
            <a:ext cx="478231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the Observability flagship build timeline.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and quality improved alongside delivery speed.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AI-augmented delivery model that scales.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10528" y="1883664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350" y="2056486"/>
            <a:ext cx="294437" cy="29443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96912" y="19385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EXCELLENCE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7296912" y="21396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Process Improvement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6510528" y="2816352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+212%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6528816" y="33467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throughput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8997696" y="2816352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−51%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9015984" y="33467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lead time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528816" y="3712464"/>
            <a:ext cx="4782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by the Agile coach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significant delivery-process improvement.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528816" y="4261104"/>
            <a:ext cx="4782312" cy="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528816" y="4480560"/>
            <a:ext cx="478231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workflow and work-in-progress management.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bottlenecks and handoffs across the delivery cycle.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predictable sprint execution.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—  Priorities &amp; Outlook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forward-looking roadmap: scaling automation, maturing governance, moving from reactive to predictive.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11091672" cy="8229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17904"/>
            <a:ext cx="73152" cy="822960"/>
          </a:xfrm>
          <a:prstGeom prst="rect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7647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·  BY END OF JUNE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61872" y="1865376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6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stabilization support for newly onboarded teams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hardening of observability dashboards &amp; orchestration reliability</a:t>
            </a:r>
            <a:endParaRPr lang="en-US" sz="1060" dirty="0"/>
          </a:p>
        </p:txBody>
      </p:sp>
      <p:sp>
        <p:nvSpPr>
          <p:cNvPr id="9" name="Shape 6"/>
          <p:cNvSpPr/>
          <p:nvPr/>
        </p:nvSpPr>
        <p:spPr>
          <a:xfrm>
            <a:off x="548640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19" y="3048975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V2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22960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Stage-based SLA framework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an attribution engine, live breach alerting, and performance tuning (Redis, Cairo).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64992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39312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071" y="3048975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39312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at Scale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639312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performance tuning,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tenant-specific entitlements, and a multi-tenant release framework.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81344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55664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423" y="3048975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55664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Modernization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55664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upgrade (v14→v17)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continued VM15 compliance remediation to sustain regulatory standing.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997696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272016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9775" y="3048975"/>
            <a:ext cx="302849" cy="3028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72016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Stability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272016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Capital &amp; LiFE support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strengthened production incident management and reliability.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5358384"/>
            <a:ext cx="11091672" cy="9144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0" name="Shape 23"/>
          <p:cNvSpPr/>
          <p:nvPr/>
        </p:nvSpPr>
        <p:spPr>
          <a:xfrm>
            <a:off x="548640" y="5358384"/>
            <a:ext cx="73152" cy="914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1" name="Text 24"/>
          <p:cNvSpPr/>
          <p:nvPr/>
        </p:nvSpPr>
        <p:spPr>
          <a:xfrm>
            <a:off x="768096" y="535838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spc="4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STRATEGIC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spc="4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2743200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&amp; predictive observability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802886" y="5541264"/>
            <a:ext cx="0" cy="54864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967478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multi-tenant operations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7027164" y="5541264"/>
            <a:ext cx="0" cy="54864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191756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governance &amp; auditability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9251442" y="5541264"/>
            <a:ext cx="0" cy="54864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416034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AI-driven efficiency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—  Detailed Delivery Plan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initiatives across observability, orchestration, regulatory, and platform support.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99632" y="1517904"/>
            <a:ext cx="5440680" cy="19095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9632" y="1517904"/>
            <a:ext cx="544068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" name="Shape 4"/>
          <p:cNvSpPr/>
          <p:nvPr/>
        </p:nvSpPr>
        <p:spPr>
          <a:xfrm>
            <a:off x="6199632" y="1517904"/>
            <a:ext cx="73152" cy="190952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0" y="1600200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9804" y="1679204"/>
            <a:ext cx="134600" cy="134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03136" y="15179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10528" y="1975104"/>
            <a:ext cx="4837176" cy="1452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ACD Airflow performance review &amp; tuning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Service integration — discovery phase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Tenant-specific entitlements integration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Process Framework for multi-team tenant releases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99632" y="3628596"/>
            <a:ext cx="5440680" cy="130837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99632" y="3628596"/>
            <a:ext cx="544068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Shape 10"/>
          <p:cNvSpPr/>
          <p:nvPr/>
        </p:nvSpPr>
        <p:spPr>
          <a:xfrm>
            <a:off x="6199632" y="3628596"/>
            <a:ext cx="73152" cy="130837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0800" y="3710892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804" y="3789897"/>
            <a:ext cx="134600" cy="134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03136" y="362859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NOPE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510528" y="4085796"/>
            <a:ext cx="4837176" cy="85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Airflow PostgreSQL from v14 to v17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VM15 vulnerabilities remediation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99632" y="5138142"/>
            <a:ext cx="5440680" cy="130837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99632" y="5138142"/>
            <a:ext cx="544068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" name="Shape 16"/>
          <p:cNvSpPr/>
          <p:nvPr/>
        </p:nvSpPr>
        <p:spPr>
          <a:xfrm>
            <a:off x="6199632" y="5138142"/>
            <a:ext cx="73152" cy="130837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Shape 17"/>
          <p:cNvSpPr/>
          <p:nvPr/>
        </p:nvSpPr>
        <p:spPr>
          <a:xfrm>
            <a:off x="6400800" y="5220438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804" y="5299442"/>
            <a:ext cx="134600" cy="134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03136" y="513814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MAINTENANCE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510528" y="5595342"/>
            <a:ext cx="4837176" cy="85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Airflow platform support &amp; production incident management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Airflow platform support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1517904"/>
            <a:ext cx="5440680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8640" y="1517904"/>
            <a:ext cx="5440680" cy="457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7" name="Shape 22"/>
          <p:cNvSpPr/>
          <p:nvPr/>
        </p:nvSpPr>
        <p:spPr>
          <a:xfrm>
            <a:off x="548640" y="1517904"/>
            <a:ext cx="73152" cy="492861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Shape 23"/>
          <p:cNvSpPr/>
          <p:nvPr/>
        </p:nvSpPr>
        <p:spPr>
          <a:xfrm>
            <a:off x="749808" y="1600200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12" y="1679204"/>
            <a:ext cx="134600" cy="134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52144" y="15179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59536" y="1975104"/>
            <a:ext cx="4837176" cy="447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SLA redesign — stage-based SLA framework with an Attribution Engine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V2 enhancements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SLA breach detection &amp; alerting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layer integration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integration (replace IPV app)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LnF dashboard enhancements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Audit integration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H1 2026 Review</dc:title>
  <dc:subject>PptxGenJS Presentation</dc:subject>
  <dc:creator>Delivery Stream</dc:creator>
  <cp:lastModifiedBy>Delivery Stream</cp:lastModifiedBy>
  <cp:revision>1</cp:revision>
  <dcterms:created xsi:type="dcterms:W3CDTF">2026-05-26T21:14:30Z</dcterms:created>
  <dcterms:modified xsi:type="dcterms:W3CDTF">2026-05-26T21:14:30Z</dcterms:modified>
</cp:coreProperties>
</file>