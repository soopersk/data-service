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</c:v>
                </c:pt>
              </c:strCache>
            </c:strRef>
          </c:tx>
          <c:spPr>
            <a:solidFill>
              <a:srgbClr val="B7B7B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1F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B7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Pre-copilot</c:v>
                  </c:pt>
                  <c:pt idx="1">
                    <c:v>With AI copilot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F1F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F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 —  Delivery Highlights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decisive shift from manual operations to an automated, intelligence-driven platform.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+212%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2029968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delivery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21558" y="1444752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−51%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3412998" y="2029968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system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21558" y="1499616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4476" y="1444752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~60–70%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185916" y="2029968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reporting effort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4476" y="1499616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7394" y="1444752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8958834" y="2029968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critical vulnerabilities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— full compliance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7394" y="1499616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786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by the Agile coach</a:t>
            </a:r>
            <a:pPr algn="ctr"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significant improvement in delivery process and efficiency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11091672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63824"/>
            <a:ext cx="357530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347472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397" y="3667293"/>
            <a:ext cx="328087" cy="32808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77824" y="433425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Flagship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77824" y="479145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centralized intelligence layer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calculator runtime and SLA data — delivering real-time SLA tracking, automated dashboards, and an audit-ready data foundation for business users.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06824" y="3163824"/>
            <a:ext cx="357530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47472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581" y="3667293"/>
            <a:ext cx="328087" cy="32808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636008" y="433425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636008" y="479145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multi-tenant support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ACD platform with logical team isolation and role-based access — two new business teams onboarded in H1.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065008" y="3163824"/>
            <a:ext cx="357530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394192" y="347472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765" y="3667293"/>
            <a:ext cx="328087" cy="328087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394192" y="433425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Scale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394192" y="479145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VM15 critical vulnerabilities closed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achieving full regulatory compliance and a materially stronger platform risk posture.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Productivity Gains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AI adoption directly into delivery speed and team capacity.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199339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9933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82496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700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IN SPRINT VELOCITY WITH AI COPILOT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809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 one extra day of delivery capacity per developer, every week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6941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  ·  INDEXED TO PRE-COPILOT BASELINE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2920" y="3950208"/>
          <a:ext cx="5257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943600" y="1897380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986" y="2104766"/>
            <a:ext cx="353324" cy="3533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67728" y="1773936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flagship delivery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967728" y="2157984"/>
            <a:ext cx="4672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 compressed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Observability build timeline, bringing a strategic capability to the business sooner.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43600" y="3054096"/>
            <a:ext cx="5696712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ysDot"/>
          </a:ln>
        </p:spPr>
      </p:sp>
      <p:sp>
        <p:nvSpPr>
          <p:cNvPr id="16" name="Shape 12"/>
          <p:cNvSpPr/>
          <p:nvPr/>
        </p:nvSpPr>
        <p:spPr>
          <a:xfrm>
            <a:off x="5943600" y="3442716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986" y="3650102"/>
            <a:ext cx="353324" cy="3533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67728" y="3319272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without trade-offs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967728" y="3703320"/>
            <a:ext cx="4672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improved alongside pace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test coverage rose with delivery speed; faster delivery, not riskier delivery.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43600" y="4599432"/>
            <a:ext cx="5696712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ysDot"/>
          </a:ln>
        </p:spPr>
      </p:sp>
      <p:sp>
        <p:nvSpPr>
          <p:cNvPr id="21" name="Shape 16"/>
          <p:cNvSpPr/>
          <p:nvPr/>
        </p:nvSpPr>
        <p:spPr>
          <a:xfrm>
            <a:off x="5943600" y="4988052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986" y="5195438"/>
            <a:ext cx="353324" cy="3533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67728" y="4864608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delivery model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967728" y="5248656"/>
            <a:ext cx="4672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AI-augmented approach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now scales across future initiatives, compounding productivity gains over time.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—  Priorities &amp; Outlook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forward-looking roadmap: scaling automation, maturing governance, moving from reactive to predictive.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1091672" cy="822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17904"/>
            <a:ext cx="73152" cy="82296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7647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·  BY END OF JUNE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61872" y="1865376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stabilization support for newly onboarded teams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hardening of observability dashboards &amp; orchestration reliability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19" y="3048975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SLA framework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an attribution engine, live breach alerting, and performance tuning (Redis, Cairo).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64992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39312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071" y="3048975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39312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at Scale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39312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performance tuning,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tenant-specific entitlements, and a multi-tenant release framework.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81344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55664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423" y="3048975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55664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Modernization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55664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upgrade (v14→v17)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continued VM15 compliance remediation to sustain regulatory standing.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997696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272016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9775" y="3048975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72016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Stability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272016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Capital &amp; LiFE support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strengthened production incident management and reliability.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5358384"/>
            <a:ext cx="11091672" cy="9144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Shape 23"/>
          <p:cNvSpPr/>
          <p:nvPr/>
        </p:nvSpPr>
        <p:spPr>
          <a:xfrm>
            <a:off x="548640" y="5358384"/>
            <a:ext cx="73152" cy="914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Text 24"/>
          <p:cNvSpPr/>
          <p:nvPr/>
        </p:nvSpPr>
        <p:spPr>
          <a:xfrm>
            <a:off x="768096" y="535838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spc="4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STRATEGIC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spc="4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2743200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&amp; predictive observability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802886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967478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multi-tenant operations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027164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191756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governance &amp; auditability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251442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416034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AI-driven efficiency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 2026 Review</dc:title>
  <dc:subject>PptxGenJS Presentation</dc:subject>
  <dc:creator>Delivery Stream</dc:creator>
  <cp:lastModifiedBy>Delivery Stream</cp:lastModifiedBy>
  <cp:revision>1</cp:revision>
  <dcterms:created xsi:type="dcterms:W3CDTF">2026-05-26T03:01:28Z</dcterms:created>
  <dcterms:modified xsi:type="dcterms:W3CDTF">2026-05-26T03:01:28Z</dcterms:modified>
</cp:coreProperties>
</file>