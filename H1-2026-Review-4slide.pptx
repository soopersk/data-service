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B7B7B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1F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B7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Pre-copilot</c:v>
                  </c:pt>
                  <c:pt idx="1">
                    <c:v>With AI copilot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F1F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 —  Delivery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~60–70%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effort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1558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412998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runtime visibility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calculator operations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1558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76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185916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7394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958834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teams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to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7394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16352"/>
            <a:ext cx="1109167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397" y="3575853"/>
            <a:ext cx="328087" cy="32808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Flagship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7824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centralized intelligence layer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calculator runtime and SLA data — delivering real-time SLA tracking, automated dashboards, and an audit-ready data foundation for business users.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06824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36008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81" y="3575853"/>
            <a:ext cx="328087" cy="3280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36008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36008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support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ACD platform with logical team isolation, autonomous release cycles, and role-based access for secure, scalable onboarding.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65008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94192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765" y="3575853"/>
            <a:ext cx="328087" cy="3280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94192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Scale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94192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VM15 critical vulnerabilities closed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achieving full regulatory compliance and a materially stronger platform risk posture.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Productivity Gains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AI adoption directly into delivery speed and team capacity.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9933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9933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8249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80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every week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 ·  INDEXED TO PRE-COPILOT BASELINE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3950208"/>
          <a:ext cx="5257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1897380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986" y="2104766"/>
            <a:ext cx="353324" cy="3533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7728" y="1773936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flagship delivery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967728" y="2157984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compressed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Observability build timeline, bringing a strategic capability to the business sooner.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0" y="3054096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943600" y="3442716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986" y="3650102"/>
            <a:ext cx="353324" cy="3533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7728" y="3319272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trade-offs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967728" y="3703320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improved alongside pace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coverage rose with delivery speed; faster delivery, not riskier delivery.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0" y="4599432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21" name="Shape 16"/>
          <p:cNvSpPr/>
          <p:nvPr/>
        </p:nvSpPr>
        <p:spPr>
          <a:xfrm>
            <a:off x="5943600" y="498805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86" y="5195438"/>
            <a:ext cx="353324" cy="3533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67728" y="4864608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delivery model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967728" y="5248656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 approach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scales across future initiatives, compounding productivity gains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Process Acceleration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recognized step-change in delivery flow, throughput, and responsiveness.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12801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591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delivery throughput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481328"/>
            <a:ext cx="5440680" cy="12801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481328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547104" y="1591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65392" y="22494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system lead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the Agile coach</a:t>
            </a:r>
            <a:pPr algn="ct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significant improvement in delivery process and efficiency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THESE GAINS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3575304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931920"/>
            <a:ext cx="67665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233" y="4114617"/>
            <a:ext cx="311262" cy="31126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59536" y="4736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Workflow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9536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flow and work-in-progress management across the delivery cycle.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06824" y="3639312"/>
            <a:ext cx="3575304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3931920"/>
            <a:ext cx="67665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417" y="4114617"/>
            <a:ext cx="311262" cy="3112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17720" y="4736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Bottlenecks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17720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handoffs and queue time between delivery stages.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65008" y="3639312"/>
            <a:ext cx="3575304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75904" y="3931920"/>
            <a:ext cx="67665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01" y="4114617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75904" y="4736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Execution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375904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sprint delivery and planning.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further accelerated delivery — see the AI-Driven Productivity slide.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Priorities &amp; Outlook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22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17904"/>
            <a:ext cx="73152" cy="82296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1872" y="18653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04897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39312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071" y="30489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39312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tenant-specific entitlements, and a multi-tenant release framework.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1344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423" y="30489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Modernization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55664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(v14→v17)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VM15 compliance remediation to sustain regulatory standing.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72016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775" y="30489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Stability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72016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&amp; LiFE support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strengthened production incident management and reliability.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358384"/>
            <a:ext cx="11091672" cy="914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35838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4"/>
          <p:cNvSpPr/>
          <p:nvPr/>
        </p:nvSpPr>
        <p:spPr>
          <a:xfrm>
            <a:off x="768096" y="535838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0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 observability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02886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67478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 operations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027164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91756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&amp; auditability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251442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416034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 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</dc:title>
  <dc:subject>PptxGenJS Presentation</dc:subject>
  <dc:creator>Delivery Stream</dc:creator>
  <cp:lastModifiedBy>Delivery Stream</cp:lastModifiedBy>
  <cp:revision>1</cp:revision>
  <dcterms:created xsi:type="dcterms:W3CDTF">2026-05-26T03:01:28Z</dcterms:created>
  <dcterms:modified xsi:type="dcterms:W3CDTF">2026-05-26T03:01:28Z</dcterms:modified>
</cp:coreProperties>
</file>